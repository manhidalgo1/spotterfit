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MT Pro Bold" charset="1" panose="020B0802020202020204"/>
      <p:regular r:id="rId18"/>
    </p:embeddedFont>
    <p:embeddedFont>
      <p:font typeface="Arial MT Pro" charset="1" panose="020B0502020202020204"/>
      <p:regular r:id="rId20"/>
    </p:embeddedFont>
    <p:embeddedFont>
      <p:font typeface="Monami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224" r="0" b="-2422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4246010"/>
            <a:ext cx="11430000" cy="167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“SpotterFit”</a:t>
            </a:r>
          </a:p>
          <a:p>
            <a:pPr algn="l">
              <a:lnSpc>
                <a:spcPts val="62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075002"/>
            <a:ext cx="11430000" cy="82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PRESENTA</a:t>
            </a: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CIÓN FINAL CAPSTONE</a:t>
            </a:r>
          </a:p>
          <a:p>
            <a:pPr algn="ctr">
              <a:lnSpc>
                <a:spcPts val="321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8515053"/>
            <a:ext cx="18288000" cy="1771947"/>
            <a:chOff x="0" y="0"/>
            <a:chExt cx="24384000" cy="236259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2362581"/>
            </a:xfrm>
            <a:custGeom>
              <a:avLst/>
              <a:gdLst/>
              <a:ahLst/>
              <a:cxnLst/>
              <a:rect r="r" b="b" t="t" l="l"/>
              <a:pathLst>
                <a:path h="236258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2581"/>
                  </a:lnTo>
                  <a:lnTo>
                    <a:pt x="0" y="2362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3466" y="3604106"/>
            <a:ext cx="7672736" cy="293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INTEGRANTES DEL </a:t>
            </a: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</a:p>
          <a:p>
            <a:pPr algn="l">
              <a:lnSpc>
                <a:spcPts val="748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358361" y="1904520"/>
            <a:ext cx="7053262" cy="18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Proj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ect Manager / Scrum Master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Planificar y coordinar el desarrollo del proyecto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el backlog y la priorización de tareas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Supervisar el cumplimiento de los objetivos y plazos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Levantar y analizar 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58361" y="1533127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ose Quintero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1833165"/>
            <a:ext cx="1913816" cy="1913816"/>
            <a:chOff x="0" y="0"/>
            <a:chExt cx="863203" cy="863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524620" y="2069563"/>
            <a:ext cx="1152576" cy="1441019"/>
            <a:chOff x="0" y="0"/>
            <a:chExt cx="566937" cy="708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11" t="0" r="-125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4186592"/>
            <a:ext cx="1913816" cy="1913816"/>
            <a:chOff x="0" y="0"/>
            <a:chExt cx="863203" cy="8632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524620" y="4422990"/>
            <a:ext cx="1152576" cy="1441019"/>
            <a:chOff x="0" y="0"/>
            <a:chExt cx="566937" cy="708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11" t="0" r="-1251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358361" y="3956531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Luis Gomez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8361" y="4385156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esarrollador Backend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arrollar la lógica del sistema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la base de datos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Integrar APIs y servicios externos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6350822"/>
            <a:ext cx="1913816" cy="1913816"/>
            <a:chOff x="0" y="0"/>
            <a:chExt cx="863203" cy="863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524620" y="6587221"/>
            <a:ext cx="1152576" cy="1441019"/>
            <a:chOff x="0" y="0"/>
            <a:chExt cx="566937" cy="7088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511" t="0" r="-125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358361" y="6197692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Manu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 Hidalgo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58361" y="6626317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Desarrollador Frontend (Mobile)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Desarrollar la interfaz de la aplicación móvil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Diseñar la experiencia de usuario (UI/UX)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Implementar el uso de la cámara del dispositivo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486400" y="5126736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Descripción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0758" y="3609223"/>
            <a:ext cx="6002226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o Dolor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185" y="4712384"/>
            <a:ext cx="7985372" cy="130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Much</a:t>
            </a: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as personas que inician en el fitness no cuentan con orientación adecuada para ejecutar ejercicios correctamente, lo que provoca malas posturas, bajo rendimiento y riesgo de lesiones.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6514" y="3609223"/>
            <a:ext cx="7478847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6514" y="4498071"/>
            <a:ext cx="7985373" cy="17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SpotterFit es una aplicación móvil que utiliza inteligencia artificial y análisis de imagen para entregar retroalimentación en tiempo real sobre la ejecución de ejercicios, permitiendo a los usuarios mejorar su técnica de forma autónoma.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188073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7" y="2612508"/>
            <a:ext cx="16303526" cy="104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esarrollar una aplicación móvil que permita mejorar la ejecución de ejercicios físicos mediante inteligencia artificial, entregando retroalimentación.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2238" y="6468964"/>
            <a:ext cx="16303526" cy="38100"/>
            <a:chOff x="0" y="0"/>
            <a:chExt cx="21738035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401" y="6145262"/>
            <a:ext cx="647402" cy="647403"/>
            <a:chOff x="0" y="0"/>
            <a:chExt cx="863203" cy="863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90501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559" y="6957307"/>
            <a:ext cx="2209087" cy="165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romover el aprendizaje autónomo en ejercicios físicos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16066" y="6154974"/>
            <a:ext cx="647403" cy="647403"/>
            <a:chOff x="0" y="0"/>
            <a:chExt cx="863203" cy="863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27166" y="6203343"/>
            <a:ext cx="425202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2270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Fom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entar posturas correctas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48935" y="6145262"/>
            <a:ext cx="647403" cy="647403"/>
            <a:chOff x="0" y="0"/>
            <a:chExt cx="863203" cy="86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60035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5214" y="7019683"/>
            <a:ext cx="1854845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Redu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cir el riesgo de lesiones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91066" y="6154974"/>
            <a:ext cx="647402" cy="647403"/>
            <a:chOff x="0" y="0"/>
            <a:chExt cx="863203" cy="863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02166" y="6203343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271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Mej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orar el rendimiento del usuario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340365" y="6097081"/>
            <a:ext cx="647402" cy="647403"/>
            <a:chOff x="0" y="0"/>
            <a:chExt cx="863203" cy="863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451465" y="6145449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03804" y="6957307"/>
            <a:ext cx="2120526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centivar la constancia en el entrenamiento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0" y="4059340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Objetivos Específicos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503164" y="5999297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Alcances y Limitaciones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185" y="4264687"/>
            <a:ext cx="7985372" cy="258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Aplic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ación móvil funcional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de ejercicios mediante cámara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Feedback en tiempo real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Uso de IA y machine learning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Mejora progresiva mediante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6514" y="4264687"/>
            <a:ext cx="7985373" cy="20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Dependencia de calidad de cámara e iluminación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Necesidad de datasets para entrenar modelos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Tiempo limitado de desarrollo (4,5 meses)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Curva de aprendizaje en tecnologías de 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400981"/>
            <a:ext cx="18288000" cy="88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</a:t>
            </a: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etodología de Trabajo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1635"/>
            <a:ext cx="16230600" cy="645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Metodo</a:t>
            </a: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logía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Scrum</a:t>
            </a:r>
          </a:p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Duración de sprint: 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 semanas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El desarrollo del proyecto se organiza en base a épicas (releases) que agrupan funcionalidades principales del sistema, priorizando aquellas de mayor complejidad técnica en etapas tempranas.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Gestión del trabajo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22 historias de usuario organizadas en épicas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Priorización basada en complejidad técnica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Desarrollo incremental por sprints</a:t>
            </a:r>
          </a:p>
          <a:p>
            <a:pPr algn="l">
              <a:lnSpc>
                <a:spcPts val="3969"/>
              </a:lnSpc>
            </a:pPr>
          </a:p>
          <a:p>
            <a:pPr algn="l">
              <a:lnSpc>
                <a:spcPts val="396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89874" y="3902085"/>
            <a:ext cx="11382465" cy="2793447"/>
          </a:xfrm>
          <a:custGeom>
            <a:avLst/>
            <a:gdLst/>
            <a:ahLst/>
            <a:cxnLst/>
            <a:rect r="r" b="b" t="t" l="l"/>
            <a:pathLst>
              <a:path h="2793447" w="11382465">
                <a:moveTo>
                  <a:pt x="0" y="0"/>
                </a:moveTo>
                <a:lnTo>
                  <a:pt x="11382465" y="0"/>
                </a:lnTo>
                <a:lnTo>
                  <a:pt x="11382465" y="2793446"/>
                </a:lnTo>
                <a:lnTo>
                  <a:pt x="0" y="2793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904875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</a:t>
            </a: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ronograma para el desarrollo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898" y="2224686"/>
            <a:ext cx="7008390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8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🚀 </a:t>
            </a:r>
            <a:r>
              <a:rPr lang="en-US" sz="28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Releases del proyecto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5898" y="3168778"/>
            <a:ext cx="5444132" cy="5483762"/>
            <a:chOff x="0" y="0"/>
            <a:chExt cx="7258843" cy="731168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42875"/>
              <a:ext cx="7258843" cy="6821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2300" b="true">
                  <a:solidFill>
                    <a:srgbClr val="52586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Release 1: </a:t>
              </a: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Análisis de ejercicios con IA</a:t>
              </a:r>
            </a:p>
            <a:p>
              <a:pPr algn="l">
                <a:lnSpc>
                  <a:spcPts val="3744"/>
                </a:lnSpc>
              </a:pP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📅 2 abril – 29 abril</a:t>
              </a:r>
            </a:p>
            <a:p>
              <a:pPr algn="l">
                <a:lnSpc>
                  <a:spcPts val="3744"/>
                </a:lnSpc>
              </a:pPr>
              <a:r>
                <a:rPr lang="en-US" sz="2300" b="true">
                  <a:solidFill>
                    <a:srgbClr val="52586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Release 2:</a:t>
              </a: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Ejecución de ejercicios</a:t>
              </a:r>
            </a:p>
            <a:p>
              <a:pPr algn="l">
                <a:lnSpc>
                  <a:spcPts val="3744"/>
                </a:lnSpc>
              </a:pP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📅 30 abril – 20 mayo</a:t>
              </a:r>
            </a:p>
            <a:p>
              <a:pPr algn="l">
                <a:lnSpc>
                  <a:spcPts val="3744"/>
                </a:lnSpc>
              </a:pPr>
              <a:r>
                <a:rPr lang="en-US" sz="2300" b="true">
                  <a:solidFill>
                    <a:srgbClr val="52586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Release 3:</a:t>
              </a: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Visualización de ejercicios</a:t>
              </a:r>
            </a:p>
            <a:p>
              <a:pPr algn="l">
                <a:lnSpc>
                  <a:spcPts val="3744"/>
                </a:lnSpc>
              </a:pP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📅 21 mayo – 10 junio</a:t>
              </a:r>
            </a:p>
            <a:p>
              <a:pPr algn="l">
                <a:lnSpc>
                  <a:spcPts val="3744"/>
                </a:lnSpc>
              </a:pPr>
              <a:r>
                <a:rPr lang="en-US" sz="2300" b="true">
                  <a:solidFill>
                    <a:srgbClr val="52586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Release 4:</a:t>
              </a: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Gestión de usuarios</a:t>
              </a:r>
            </a:p>
            <a:p>
              <a:pPr algn="l">
                <a:lnSpc>
                  <a:spcPts val="3744"/>
                </a:lnSpc>
              </a:pP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📅 11 junio – 20 junio</a:t>
              </a:r>
            </a:p>
            <a:p>
              <a:pPr algn="l">
                <a:lnSpc>
                  <a:spcPts val="3744"/>
                </a:lnSpc>
              </a:pPr>
              <a:r>
                <a:rPr lang="en-US" sz="2300" b="true">
                  <a:solidFill>
                    <a:srgbClr val="52586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Release 5:</a:t>
              </a: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Perfil y seguimiento</a:t>
              </a:r>
            </a:p>
            <a:p>
              <a:pPr algn="l">
                <a:lnSpc>
                  <a:spcPts val="3744"/>
                </a:lnSpc>
              </a:pPr>
              <a:r>
                <a:rPr lang="en-US" sz="2300">
                  <a:solidFill>
                    <a:srgbClr val="52586B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📅 21 junio – 27 junio</a:t>
              </a:r>
            </a:p>
            <a:p>
              <a:pPr algn="l">
                <a:lnSpc>
                  <a:spcPts val="3745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713422"/>
              <a:ext cx="7258843" cy="598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947510" y="1950900"/>
            <a:ext cx="12392980" cy="6987410"/>
          </a:xfrm>
          <a:custGeom>
            <a:avLst/>
            <a:gdLst/>
            <a:ahLst/>
            <a:cxnLst/>
            <a:rect r="r" b="b" t="t" l="l"/>
            <a:pathLst>
              <a:path h="6987410" w="12392980">
                <a:moveTo>
                  <a:pt x="0" y="0"/>
                </a:moveTo>
                <a:lnTo>
                  <a:pt x="12392980" y="0"/>
                </a:lnTo>
                <a:lnTo>
                  <a:pt x="12392980" y="6987410"/>
                </a:lnTo>
                <a:lnTo>
                  <a:pt x="0" y="6987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Arquitectura del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53061" y="4341614"/>
            <a:ext cx="9781878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¡Gracias!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DAHFvnKmdWQ</dc:identifier>
  <dcterms:modified xsi:type="dcterms:W3CDTF">2011-08-01T06:04:30Z</dcterms:modified>
  <cp:revision>1</cp:revision>
  <dc:title>capstone</dc:title>
</cp:coreProperties>
</file>