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notesSlides/notesSlide12.xml" Type="http://schemas.openxmlformats.org/officeDocument/2006/relationships/notesSlide"/><Relationship Id="rId34" Target="notesSlides/notesSlide13.xml" Type="http://schemas.openxmlformats.org/officeDocument/2006/relationships/notesSlide"/><Relationship Id="rId35" Target="notesSlides/notesSlide14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6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0" t="0" r="-60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2763677" y="2678754"/>
            <a:ext cx="2138607" cy="2138607"/>
            <a:chOff x="0" y="0"/>
            <a:chExt cx="8909050" cy="8909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10398" y="9480"/>
              <a:ext cx="8929847" cy="8890089"/>
            </a:xfrm>
            <a:custGeom>
              <a:avLst/>
              <a:gdLst/>
              <a:ahLst/>
              <a:cxnLst/>
              <a:rect r="r" b="b" t="t" l="l"/>
              <a:pathLst>
                <a:path h="8890089" w="8929847">
                  <a:moveTo>
                    <a:pt x="4464923" y="45"/>
                  </a:moveTo>
                  <a:cubicBezTo>
                    <a:pt x="2872142" y="-7078"/>
                    <a:pt x="1397294" y="838573"/>
                    <a:pt x="598840" y="2216787"/>
                  </a:cubicBezTo>
                  <a:cubicBezTo>
                    <a:pt x="-199614" y="3595001"/>
                    <a:pt x="-199614" y="5295089"/>
                    <a:pt x="598840" y="6673304"/>
                  </a:cubicBezTo>
                  <a:cubicBezTo>
                    <a:pt x="1397294" y="8051517"/>
                    <a:pt x="2872142" y="8897168"/>
                    <a:pt x="4464923" y="8890045"/>
                  </a:cubicBezTo>
                  <a:cubicBezTo>
                    <a:pt x="6057704" y="8897168"/>
                    <a:pt x="7532552" y="8051517"/>
                    <a:pt x="8331006" y="6673304"/>
                  </a:cubicBezTo>
                  <a:cubicBezTo>
                    <a:pt x="9129460" y="5295089"/>
                    <a:pt x="9129460" y="3595001"/>
                    <a:pt x="8331006" y="2216787"/>
                  </a:cubicBezTo>
                  <a:cubicBezTo>
                    <a:pt x="7532552" y="838573"/>
                    <a:pt x="6057704" y="-7078"/>
                    <a:pt x="4464923" y="45"/>
                  </a:cubicBezTo>
                  <a:close/>
                </a:path>
              </a:pathLst>
            </a:custGeom>
            <a:solidFill>
              <a:srgbClr val="15AA4B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51757" y="270468"/>
              <a:ext cx="8405537" cy="8368114"/>
            </a:xfrm>
            <a:custGeom>
              <a:avLst/>
              <a:gdLst/>
              <a:ahLst/>
              <a:cxnLst/>
              <a:rect r="r" b="b" t="t" l="l"/>
              <a:pathLst>
                <a:path h="8368114" w="8405537">
                  <a:moveTo>
                    <a:pt x="4202768" y="42"/>
                  </a:moveTo>
                  <a:cubicBezTo>
                    <a:pt x="2703506" y="-6663"/>
                    <a:pt x="1315253" y="789336"/>
                    <a:pt x="563679" y="2086629"/>
                  </a:cubicBezTo>
                  <a:cubicBezTo>
                    <a:pt x="-187894" y="3383923"/>
                    <a:pt x="-187894" y="4984191"/>
                    <a:pt x="563679" y="6281485"/>
                  </a:cubicBezTo>
                  <a:cubicBezTo>
                    <a:pt x="1315253" y="7578778"/>
                    <a:pt x="2703506" y="8374777"/>
                    <a:pt x="4202768" y="8368072"/>
                  </a:cubicBezTo>
                  <a:cubicBezTo>
                    <a:pt x="5702030" y="8374777"/>
                    <a:pt x="7090283" y="7578778"/>
                    <a:pt x="7841857" y="6281485"/>
                  </a:cubicBezTo>
                  <a:cubicBezTo>
                    <a:pt x="8593429" y="4984191"/>
                    <a:pt x="8593429" y="3383923"/>
                    <a:pt x="7841857" y="2086629"/>
                  </a:cubicBezTo>
                  <a:cubicBezTo>
                    <a:pt x="7090283" y="789336"/>
                    <a:pt x="5702030" y="-6663"/>
                    <a:pt x="4202768" y="42"/>
                  </a:cubicBezTo>
                  <a:close/>
                </a:path>
              </a:pathLst>
            </a:custGeom>
            <a:blipFill>
              <a:blip r:embed="rId4"/>
              <a:stretch>
                <a:fillRect l="-16773" t="0" r="-16773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4454525" y="8909050"/>
                  </a:moveTo>
                  <a:cubicBezTo>
                    <a:pt x="3264662" y="8909050"/>
                    <a:pt x="2146046" y="8445500"/>
                    <a:pt x="1304544" y="7603744"/>
                  </a:cubicBezTo>
                  <a:cubicBezTo>
                    <a:pt x="895477" y="7194550"/>
                    <a:pt x="574294" y="6718173"/>
                    <a:pt x="350012" y="6187694"/>
                  </a:cubicBezTo>
                  <a:cubicBezTo>
                    <a:pt x="117729" y="5638673"/>
                    <a:pt x="0" y="5055489"/>
                    <a:pt x="0" y="4454525"/>
                  </a:cubicBezTo>
                  <a:cubicBezTo>
                    <a:pt x="0" y="3854704"/>
                    <a:pt x="117475" y="3272282"/>
                    <a:pt x="349377" y="2723642"/>
                  </a:cubicBezTo>
                  <a:cubicBezTo>
                    <a:pt x="573405" y="2193163"/>
                    <a:pt x="894207" y="1716786"/>
                    <a:pt x="1302766" y="1307338"/>
                  </a:cubicBezTo>
                  <a:cubicBezTo>
                    <a:pt x="2144141" y="464312"/>
                    <a:pt x="3263519" y="0"/>
                    <a:pt x="4454525" y="0"/>
                  </a:cubicBezTo>
                  <a:cubicBezTo>
                    <a:pt x="5055362" y="0"/>
                    <a:pt x="5638419" y="117729"/>
                    <a:pt x="6187440" y="350012"/>
                  </a:cubicBezTo>
                  <a:cubicBezTo>
                    <a:pt x="6717792" y="574294"/>
                    <a:pt x="7194296" y="895477"/>
                    <a:pt x="7603490" y="1304544"/>
                  </a:cubicBezTo>
                  <a:cubicBezTo>
                    <a:pt x="8445373" y="2146046"/>
                    <a:pt x="8909050" y="3264789"/>
                    <a:pt x="8909050" y="4454652"/>
                  </a:cubicBezTo>
                  <a:cubicBezTo>
                    <a:pt x="8909050" y="5644769"/>
                    <a:pt x="8445246" y="6763766"/>
                    <a:pt x="7602982" y="7605268"/>
                  </a:cubicBezTo>
                  <a:cubicBezTo>
                    <a:pt x="7193789" y="8014208"/>
                    <a:pt x="6717285" y="8335138"/>
                    <a:pt x="6186932" y="8559419"/>
                  </a:cubicBezTo>
                  <a:cubicBezTo>
                    <a:pt x="5637911" y="8791321"/>
                    <a:pt x="5055108" y="8909050"/>
                    <a:pt x="4454525" y="8909050"/>
                  </a:cubicBezTo>
                  <a:close/>
                  <a:moveTo>
                    <a:pt x="4454525" y="19050"/>
                  </a:moveTo>
                  <a:cubicBezTo>
                    <a:pt x="3268599" y="19050"/>
                    <a:pt x="2154047" y="481330"/>
                    <a:pt x="1316228" y="1320800"/>
                  </a:cubicBezTo>
                  <a:cubicBezTo>
                    <a:pt x="909447" y="1728343"/>
                    <a:pt x="590042" y="2202815"/>
                    <a:pt x="366903" y="2731008"/>
                  </a:cubicBezTo>
                  <a:cubicBezTo>
                    <a:pt x="136017" y="3277362"/>
                    <a:pt x="19050" y="3857244"/>
                    <a:pt x="19050" y="4454525"/>
                  </a:cubicBezTo>
                  <a:cubicBezTo>
                    <a:pt x="19050" y="5052949"/>
                    <a:pt x="136271" y="5633593"/>
                    <a:pt x="367538" y="6180328"/>
                  </a:cubicBezTo>
                  <a:cubicBezTo>
                    <a:pt x="590931" y="6708522"/>
                    <a:pt x="910717" y="7182866"/>
                    <a:pt x="1318006" y="7590282"/>
                  </a:cubicBezTo>
                  <a:cubicBezTo>
                    <a:pt x="2155825" y="8428355"/>
                    <a:pt x="3269742" y="8890000"/>
                    <a:pt x="4454525" y="8890000"/>
                  </a:cubicBezTo>
                  <a:cubicBezTo>
                    <a:pt x="5052568" y="8890000"/>
                    <a:pt x="5632958" y="8772779"/>
                    <a:pt x="6179439" y="8541766"/>
                  </a:cubicBezTo>
                  <a:cubicBezTo>
                    <a:pt x="6707632" y="8318500"/>
                    <a:pt x="7181977" y="7998841"/>
                    <a:pt x="7589520" y="7591679"/>
                  </a:cubicBezTo>
                  <a:cubicBezTo>
                    <a:pt x="8428101" y="6753733"/>
                    <a:pt x="8890000" y="5639562"/>
                    <a:pt x="8890000" y="4454525"/>
                  </a:cubicBezTo>
                  <a:cubicBezTo>
                    <a:pt x="8890000" y="3269742"/>
                    <a:pt x="8428355" y="2155825"/>
                    <a:pt x="7590028" y="1317879"/>
                  </a:cubicBezTo>
                  <a:cubicBezTo>
                    <a:pt x="7182612" y="910590"/>
                    <a:pt x="6708140" y="590931"/>
                    <a:pt x="6180074" y="367538"/>
                  </a:cubicBezTo>
                  <a:cubicBezTo>
                    <a:pt x="5633339" y="136271"/>
                    <a:pt x="5052822" y="19050"/>
                    <a:pt x="4454525" y="19050"/>
                  </a:cubicBezTo>
                  <a:close/>
                  <a:moveTo>
                    <a:pt x="4454525" y="8648065"/>
                  </a:moveTo>
                  <a:cubicBezTo>
                    <a:pt x="3334385" y="8648065"/>
                    <a:pt x="2281301" y="8211693"/>
                    <a:pt x="1489075" y="7419213"/>
                  </a:cubicBezTo>
                  <a:cubicBezTo>
                    <a:pt x="697103" y="6626987"/>
                    <a:pt x="260985" y="5574157"/>
                    <a:pt x="260985" y="4454525"/>
                  </a:cubicBezTo>
                  <a:cubicBezTo>
                    <a:pt x="260985" y="3889756"/>
                    <a:pt x="371602" y="3341497"/>
                    <a:pt x="589788" y="2824988"/>
                  </a:cubicBezTo>
                  <a:cubicBezTo>
                    <a:pt x="800735" y="2325624"/>
                    <a:pt x="1102741" y="1877060"/>
                    <a:pt x="1487297" y="1491742"/>
                  </a:cubicBezTo>
                  <a:cubicBezTo>
                    <a:pt x="2279396" y="698119"/>
                    <a:pt x="3333242" y="260985"/>
                    <a:pt x="4454398" y="260985"/>
                  </a:cubicBezTo>
                  <a:cubicBezTo>
                    <a:pt x="5573776" y="260985"/>
                    <a:pt x="6626606" y="697103"/>
                    <a:pt x="7418832" y="1488948"/>
                  </a:cubicBezTo>
                  <a:cubicBezTo>
                    <a:pt x="8211438" y="2281174"/>
                    <a:pt x="8647937" y="3334385"/>
                    <a:pt x="8647937" y="4454398"/>
                  </a:cubicBezTo>
                  <a:cubicBezTo>
                    <a:pt x="8647937" y="5574792"/>
                    <a:pt x="8211311" y="6628130"/>
                    <a:pt x="7418450" y="7420356"/>
                  </a:cubicBezTo>
                  <a:cubicBezTo>
                    <a:pt x="6626225" y="8212074"/>
                    <a:pt x="5573522" y="8648065"/>
                    <a:pt x="4454525" y="8648065"/>
                  </a:cubicBezTo>
                  <a:close/>
                  <a:moveTo>
                    <a:pt x="4454525" y="280035"/>
                  </a:moveTo>
                  <a:cubicBezTo>
                    <a:pt x="3338449" y="280035"/>
                    <a:pt x="2289429" y="715137"/>
                    <a:pt x="1500886" y="1505204"/>
                  </a:cubicBezTo>
                  <a:cubicBezTo>
                    <a:pt x="713613" y="2294001"/>
                    <a:pt x="280035" y="3341370"/>
                    <a:pt x="280035" y="4454525"/>
                  </a:cubicBezTo>
                  <a:cubicBezTo>
                    <a:pt x="280035" y="5569077"/>
                    <a:pt x="714248" y="6617081"/>
                    <a:pt x="1502537" y="7405751"/>
                  </a:cubicBezTo>
                  <a:cubicBezTo>
                    <a:pt x="2291080" y="8194548"/>
                    <a:pt x="3339465" y="8629015"/>
                    <a:pt x="4454525" y="8629015"/>
                  </a:cubicBezTo>
                  <a:cubicBezTo>
                    <a:pt x="5568442" y="8629015"/>
                    <a:pt x="6616319" y="8195056"/>
                    <a:pt x="7405116" y="7407021"/>
                  </a:cubicBezTo>
                  <a:cubicBezTo>
                    <a:pt x="8194422" y="6618477"/>
                    <a:pt x="8629015" y="5569839"/>
                    <a:pt x="8629015" y="4454525"/>
                  </a:cubicBezTo>
                  <a:cubicBezTo>
                    <a:pt x="8629015" y="3339465"/>
                    <a:pt x="8194548" y="2291080"/>
                    <a:pt x="7405497" y="1502537"/>
                  </a:cubicBezTo>
                  <a:cubicBezTo>
                    <a:pt x="6616827" y="714121"/>
                    <a:pt x="5568823" y="280035"/>
                    <a:pt x="4454525" y="280035"/>
                  </a:cubicBezTo>
                  <a:close/>
                </a:path>
              </a:pathLst>
            </a:custGeom>
            <a:solidFill>
              <a:srgbClr val="373B48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2763677" y="5142356"/>
            <a:ext cx="2138607" cy="2138607"/>
            <a:chOff x="0" y="0"/>
            <a:chExt cx="8909050" cy="890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10398" y="9480"/>
              <a:ext cx="8929847" cy="8890089"/>
            </a:xfrm>
            <a:custGeom>
              <a:avLst/>
              <a:gdLst/>
              <a:ahLst/>
              <a:cxnLst/>
              <a:rect r="r" b="b" t="t" l="l"/>
              <a:pathLst>
                <a:path h="8890089" w="8929847">
                  <a:moveTo>
                    <a:pt x="4464923" y="45"/>
                  </a:moveTo>
                  <a:cubicBezTo>
                    <a:pt x="2872142" y="-7078"/>
                    <a:pt x="1397294" y="838573"/>
                    <a:pt x="598840" y="2216787"/>
                  </a:cubicBezTo>
                  <a:cubicBezTo>
                    <a:pt x="-199614" y="3595001"/>
                    <a:pt x="-199614" y="5295089"/>
                    <a:pt x="598840" y="6673304"/>
                  </a:cubicBezTo>
                  <a:cubicBezTo>
                    <a:pt x="1397294" y="8051517"/>
                    <a:pt x="2872142" y="8897168"/>
                    <a:pt x="4464923" y="8890045"/>
                  </a:cubicBezTo>
                  <a:cubicBezTo>
                    <a:pt x="6057704" y="8897168"/>
                    <a:pt x="7532552" y="8051517"/>
                    <a:pt x="8331006" y="6673304"/>
                  </a:cubicBezTo>
                  <a:cubicBezTo>
                    <a:pt x="9129460" y="5295089"/>
                    <a:pt x="9129460" y="3595001"/>
                    <a:pt x="8331006" y="2216787"/>
                  </a:cubicBezTo>
                  <a:cubicBezTo>
                    <a:pt x="7532552" y="838573"/>
                    <a:pt x="6057704" y="-7078"/>
                    <a:pt x="4464923" y="45"/>
                  </a:cubicBezTo>
                  <a:close/>
                </a:path>
              </a:pathLst>
            </a:custGeom>
            <a:solidFill>
              <a:srgbClr val="0F68C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1757" y="270468"/>
              <a:ext cx="8405537" cy="8368114"/>
            </a:xfrm>
            <a:custGeom>
              <a:avLst/>
              <a:gdLst/>
              <a:ahLst/>
              <a:cxnLst/>
              <a:rect r="r" b="b" t="t" l="l"/>
              <a:pathLst>
                <a:path h="8368114" w="8405537">
                  <a:moveTo>
                    <a:pt x="4202768" y="42"/>
                  </a:moveTo>
                  <a:cubicBezTo>
                    <a:pt x="2703506" y="-6663"/>
                    <a:pt x="1315253" y="789336"/>
                    <a:pt x="563679" y="2086629"/>
                  </a:cubicBezTo>
                  <a:cubicBezTo>
                    <a:pt x="-187894" y="3383923"/>
                    <a:pt x="-187894" y="4984191"/>
                    <a:pt x="563679" y="6281485"/>
                  </a:cubicBezTo>
                  <a:cubicBezTo>
                    <a:pt x="1315253" y="7578778"/>
                    <a:pt x="2703506" y="8374777"/>
                    <a:pt x="4202768" y="8368072"/>
                  </a:cubicBezTo>
                  <a:cubicBezTo>
                    <a:pt x="5702030" y="8374777"/>
                    <a:pt x="7090283" y="7578778"/>
                    <a:pt x="7841857" y="6281485"/>
                  </a:cubicBezTo>
                  <a:cubicBezTo>
                    <a:pt x="8593429" y="4984191"/>
                    <a:pt x="8593429" y="3383923"/>
                    <a:pt x="7841857" y="2086629"/>
                  </a:cubicBezTo>
                  <a:cubicBezTo>
                    <a:pt x="7090283" y="789336"/>
                    <a:pt x="5702030" y="-6663"/>
                    <a:pt x="4202768" y="42"/>
                  </a:cubicBezTo>
                  <a:close/>
                </a:path>
              </a:pathLst>
            </a:custGeom>
            <a:blipFill>
              <a:blip r:embed="rId5"/>
              <a:stretch>
                <a:fillRect l="223" t="-13509" r="223" b="-13509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4454525" y="8909050"/>
                  </a:moveTo>
                  <a:cubicBezTo>
                    <a:pt x="3264662" y="8909050"/>
                    <a:pt x="2146046" y="8445500"/>
                    <a:pt x="1304544" y="7603744"/>
                  </a:cubicBezTo>
                  <a:cubicBezTo>
                    <a:pt x="895477" y="7194550"/>
                    <a:pt x="574294" y="6718173"/>
                    <a:pt x="350012" y="6187694"/>
                  </a:cubicBezTo>
                  <a:cubicBezTo>
                    <a:pt x="117729" y="5638673"/>
                    <a:pt x="0" y="5055489"/>
                    <a:pt x="0" y="4454525"/>
                  </a:cubicBezTo>
                  <a:cubicBezTo>
                    <a:pt x="0" y="3854704"/>
                    <a:pt x="117475" y="3272282"/>
                    <a:pt x="349377" y="2723642"/>
                  </a:cubicBezTo>
                  <a:cubicBezTo>
                    <a:pt x="573405" y="2193163"/>
                    <a:pt x="894207" y="1716786"/>
                    <a:pt x="1302766" y="1307338"/>
                  </a:cubicBezTo>
                  <a:cubicBezTo>
                    <a:pt x="2144141" y="464312"/>
                    <a:pt x="3263519" y="0"/>
                    <a:pt x="4454525" y="0"/>
                  </a:cubicBezTo>
                  <a:cubicBezTo>
                    <a:pt x="5055362" y="0"/>
                    <a:pt x="5638419" y="117729"/>
                    <a:pt x="6187440" y="350012"/>
                  </a:cubicBezTo>
                  <a:cubicBezTo>
                    <a:pt x="6717792" y="574294"/>
                    <a:pt x="7194296" y="895477"/>
                    <a:pt x="7603490" y="1304544"/>
                  </a:cubicBezTo>
                  <a:cubicBezTo>
                    <a:pt x="8445373" y="2146046"/>
                    <a:pt x="8909050" y="3264789"/>
                    <a:pt x="8909050" y="4454652"/>
                  </a:cubicBezTo>
                  <a:cubicBezTo>
                    <a:pt x="8909050" y="5644769"/>
                    <a:pt x="8445246" y="6763766"/>
                    <a:pt x="7602982" y="7605268"/>
                  </a:cubicBezTo>
                  <a:cubicBezTo>
                    <a:pt x="7193789" y="8014208"/>
                    <a:pt x="6717285" y="8335138"/>
                    <a:pt x="6186932" y="8559419"/>
                  </a:cubicBezTo>
                  <a:cubicBezTo>
                    <a:pt x="5637911" y="8791321"/>
                    <a:pt x="5055108" y="8909050"/>
                    <a:pt x="4454525" y="8909050"/>
                  </a:cubicBezTo>
                  <a:close/>
                  <a:moveTo>
                    <a:pt x="4454525" y="19050"/>
                  </a:moveTo>
                  <a:cubicBezTo>
                    <a:pt x="3268599" y="19050"/>
                    <a:pt x="2154047" y="481330"/>
                    <a:pt x="1316228" y="1320800"/>
                  </a:cubicBezTo>
                  <a:cubicBezTo>
                    <a:pt x="909447" y="1728343"/>
                    <a:pt x="590042" y="2202815"/>
                    <a:pt x="366903" y="2731008"/>
                  </a:cubicBezTo>
                  <a:cubicBezTo>
                    <a:pt x="136017" y="3277362"/>
                    <a:pt x="19050" y="3857244"/>
                    <a:pt x="19050" y="4454525"/>
                  </a:cubicBezTo>
                  <a:cubicBezTo>
                    <a:pt x="19050" y="5052949"/>
                    <a:pt x="136271" y="5633593"/>
                    <a:pt x="367538" y="6180328"/>
                  </a:cubicBezTo>
                  <a:cubicBezTo>
                    <a:pt x="590931" y="6708522"/>
                    <a:pt x="910717" y="7182866"/>
                    <a:pt x="1318006" y="7590282"/>
                  </a:cubicBezTo>
                  <a:cubicBezTo>
                    <a:pt x="2155825" y="8428355"/>
                    <a:pt x="3269742" y="8890000"/>
                    <a:pt x="4454525" y="8890000"/>
                  </a:cubicBezTo>
                  <a:cubicBezTo>
                    <a:pt x="5052568" y="8890000"/>
                    <a:pt x="5632958" y="8772779"/>
                    <a:pt x="6179439" y="8541766"/>
                  </a:cubicBezTo>
                  <a:cubicBezTo>
                    <a:pt x="6707632" y="8318500"/>
                    <a:pt x="7181977" y="7998841"/>
                    <a:pt x="7589520" y="7591679"/>
                  </a:cubicBezTo>
                  <a:cubicBezTo>
                    <a:pt x="8428101" y="6753733"/>
                    <a:pt x="8890000" y="5639562"/>
                    <a:pt x="8890000" y="4454525"/>
                  </a:cubicBezTo>
                  <a:cubicBezTo>
                    <a:pt x="8890000" y="3269742"/>
                    <a:pt x="8428355" y="2155825"/>
                    <a:pt x="7590028" y="1317879"/>
                  </a:cubicBezTo>
                  <a:cubicBezTo>
                    <a:pt x="7182612" y="910590"/>
                    <a:pt x="6708140" y="590931"/>
                    <a:pt x="6180074" y="367538"/>
                  </a:cubicBezTo>
                  <a:cubicBezTo>
                    <a:pt x="5633339" y="136271"/>
                    <a:pt x="5052822" y="19050"/>
                    <a:pt x="4454525" y="19050"/>
                  </a:cubicBezTo>
                  <a:close/>
                  <a:moveTo>
                    <a:pt x="4454525" y="8648065"/>
                  </a:moveTo>
                  <a:cubicBezTo>
                    <a:pt x="3334385" y="8648065"/>
                    <a:pt x="2281301" y="8211693"/>
                    <a:pt x="1489075" y="7419213"/>
                  </a:cubicBezTo>
                  <a:cubicBezTo>
                    <a:pt x="697103" y="6626987"/>
                    <a:pt x="260985" y="5574157"/>
                    <a:pt x="260985" y="4454525"/>
                  </a:cubicBezTo>
                  <a:cubicBezTo>
                    <a:pt x="260985" y="3889756"/>
                    <a:pt x="371602" y="3341497"/>
                    <a:pt x="589788" y="2824988"/>
                  </a:cubicBezTo>
                  <a:cubicBezTo>
                    <a:pt x="800735" y="2325624"/>
                    <a:pt x="1102741" y="1877060"/>
                    <a:pt x="1487297" y="1491742"/>
                  </a:cubicBezTo>
                  <a:cubicBezTo>
                    <a:pt x="2279396" y="698119"/>
                    <a:pt x="3333242" y="260985"/>
                    <a:pt x="4454398" y="260985"/>
                  </a:cubicBezTo>
                  <a:cubicBezTo>
                    <a:pt x="5573776" y="260985"/>
                    <a:pt x="6626606" y="697103"/>
                    <a:pt x="7418832" y="1488948"/>
                  </a:cubicBezTo>
                  <a:cubicBezTo>
                    <a:pt x="8211438" y="2281174"/>
                    <a:pt x="8647937" y="3334385"/>
                    <a:pt x="8647937" y="4454398"/>
                  </a:cubicBezTo>
                  <a:cubicBezTo>
                    <a:pt x="8647937" y="5574792"/>
                    <a:pt x="8211311" y="6628130"/>
                    <a:pt x="7418450" y="7420356"/>
                  </a:cubicBezTo>
                  <a:cubicBezTo>
                    <a:pt x="6626225" y="8212074"/>
                    <a:pt x="5573522" y="8648065"/>
                    <a:pt x="4454525" y="8648065"/>
                  </a:cubicBezTo>
                  <a:close/>
                  <a:moveTo>
                    <a:pt x="4454525" y="280035"/>
                  </a:moveTo>
                  <a:cubicBezTo>
                    <a:pt x="3338449" y="280035"/>
                    <a:pt x="2289429" y="715137"/>
                    <a:pt x="1500886" y="1505204"/>
                  </a:cubicBezTo>
                  <a:cubicBezTo>
                    <a:pt x="713613" y="2294001"/>
                    <a:pt x="280035" y="3341370"/>
                    <a:pt x="280035" y="4454525"/>
                  </a:cubicBezTo>
                  <a:cubicBezTo>
                    <a:pt x="280035" y="5569077"/>
                    <a:pt x="714248" y="6617081"/>
                    <a:pt x="1502537" y="7405751"/>
                  </a:cubicBezTo>
                  <a:cubicBezTo>
                    <a:pt x="2291080" y="8194548"/>
                    <a:pt x="3339465" y="8629015"/>
                    <a:pt x="4454525" y="8629015"/>
                  </a:cubicBezTo>
                  <a:cubicBezTo>
                    <a:pt x="5568442" y="8629015"/>
                    <a:pt x="6616319" y="8195056"/>
                    <a:pt x="7405116" y="7407021"/>
                  </a:cubicBezTo>
                  <a:cubicBezTo>
                    <a:pt x="8194422" y="6618477"/>
                    <a:pt x="8629015" y="5569839"/>
                    <a:pt x="8629015" y="4454525"/>
                  </a:cubicBezTo>
                  <a:cubicBezTo>
                    <a:pt x="8629015" y="3339465"/>
                    <a:pt x="8194548" y="2291080"/>
                    <a:pt x="7405497" y="1502537"/>
                  </a:cubicBezTo>
                  <a:cubicBezTo>
                    <a:pt x="6616827" y="714121"/>
                    <a:pt x="5568823" y="280035"/>
                    <a:pt x="4454525" y="280035"/>
                  </a:cubicBezTo>
                  <a:close/>
                </a:path>
              </a:pathLst>
            </a:custGeom>
            <a:solidFill>
              <a:srgbClr val="373B48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2763677" y="7444368"/>
            <a:ext cx="2138607" cy="2138607"/>
            <a:chOff x="0" y="0"/>
            <a:chExt cx="8909050" cy="890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10398" y="9480"/>
              <a:ext cx="8929847" cy="8890089"/>
            </a:xfrm>
            <a:custGeom>
              <a:avLst/>
              <a:gdLst/>
              <a:ahLst/>
              <a:cxnLst/>
              <a:rect r="r" b="b" t="t" l="l"/>
              <a:pathLst>
                <a:path h="8890089" w="8929847">
                  <a:moveTo>
                    <a:pt x="4464923" y="45"/>
                  </a:moveTo>
                  <a:cubicBezTo>
                    <a:pt x="2872142" y="-7078"/>
                    <a:pt x="1397294" y="838573"/>
                    <a:pt x="598840" y="2216787"/>
                  </a:cubicBezTo>
                  <a:cubicBezTo>
                    <a:pt x="-199614" y="3595001"/>
                    <a:pt x="-199614" y="5295089"/>
                    <a:pt x="598840" y="6673304"/>
                  </a:cubicBezTo>
                  <a:cubicBezTo>
                    <a:pt x="1397294" y="8051517"/>
                    <a:pt x="2872142" y="8897168"/>
                    <a:pt x="4464923" y="8890045"/>
                  </a:cubicBezTo>
                  <a:cubicBezTo>
                    <a:pt x="6057704" y="8897168"/>
                    <a:pt x="7532552" y="8051517"/>
                    <a:pt x="8331006" y="6673304"/>
                  </a:cubicBezTo>
                  <a:cubicBezTo>
                    <a:pt x="9129460" y="5295089"/>
                    <a:pt x="9129460" y="3595001"/>
                    <a:pt x="8331006" y="2216787"/>
                  </a:cubicBezTo>
                  <a:cubicBezTo>
                    <a:pt x="7532552" y="838573"/>
                    <a:pt x="6057704" y="-7078"/>
                    <a:pt x="4464923" y="45"/>
                  </a:cubicBezTo>
                  <a:close/>
                </a:path>
              </a:pathLst>
            </a:custGeom>
            <a:solidFill>
              <a:srgbClr val="6D349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51757" y="270468"/>
              <a:ext cx="8405537" cy="8368114"/>
            </a:xfrm>
            <a:custGeom>
              <a:avLst/>
              <a:gdLst/>
              <a:ahLst/>
              <a:cxnLst/>
              <a:rect r="r" b="b" t="t" l="l"/>
              <a:pathLst>
                <a:path h="8368114" w="8405537">
                  <a:moveTo>
                    <a:pt x="4202768" y="42"/>
                  </a:moveTo>
                  <a:cubicBezTo>
                    <a:pt x="2703506" y="-6663"/>
                    <a:pt x="1315253" y="789336"/>
                    <a:pt x="563679" y="2086629"/>
                  </a:cubicBezTo>
                  <a:cubicBezTo>
                    <a:pt x="-187894" y="3383923"/>
                    <a:pt x="-187894" y="4984191"/>
                    <a:pt x="563679" y="6281485"/>
                  </a:cubicBezTo>
                  <a:cubicBezTo>
                    <a:pt x="1315253" y="7578778"/>
                    <a:pt x="2703506" y="8374777"/>
                    <a:pt x="4202768" y="8368072"/>
                  </a:cubicBezTo>
                  <a:cubicBezTo>
                    <a:pt x="5702030" y="8374777"/>
                    <a:pt x="7090283" y="7578778"/>
                    <a:pt x="7841857" y="6281485"/>
                  </a:cubicBezTo>
                  <a:cubicBezTo>
                    <a:pt x="8593429" y="4984191"/>
                    <a:pt x="8593429" y="3383923"/>
                    <a:pt x="7841857" y="2086629"/>
                  </a:cubicBezTo>
                  <a:cubicBezTo>
                    <a:pt x="7090283" y="789336"/>
                    <a:pt x="5702030" y="-6663"/>
                    <a:pt x="4202768" y="42"/>
                  </a:cubicBezTo>
                  <a:close/>
                </a:path>
              </a:pathLst>
            </a:custGeom>
            <a:blipFill>
              <a:blip r:embed="rId6"/>
              <a:stretch>
                <a:fillRect l="223" t="-9774" r="223" b="-32104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4454525" y="8909050"/>
                  </a:moveTo>
                  <a:cubicBezTo>
                    <a:pt x="3264662" y="8909050"/>
                    <a:pt x="2146046" y="8445500"/>
                    <a:pt x="1304544" y="7603744"/>
                  </a:cubicBezTo>
                  <a:cubicBezTo>
                    <a:pt x="895477" y="7194550"/>
                    <a:pt x="574294" y="6718173"/>
                    <a:pt x="350012" y="6187694"/>
                  </a:cubicBezTo>
                  <a:cubicBezTo>
                    <a:pt x="117729" y="5638673"/>
                    <a:pt x="0" y="5055489"/>
                    <a:pt x="0" y="4454525"/>
                  </a:cubicBezTo>
                  <a:cubicBezTo>
                    <a:pt x="0" y="3854704"/>
                    <a:pt x="117475" y="3272282"/>
                    <a:pt x="349377" y="2723642"/>
                  </a:cubicBezTo>
                  <a:cubicBezTo>
                    <a:pt x="573405" y="2193163"/>
                    <a:pt x="894207" y="1716786"/>
                    <a:pt x="1302766" y="1307338"/>
                  </a:cubicBezTo>
                  <a:cubicBezTo>
                    <a:pt x="2144141" y="464312"/>
                    <a:pt x="3263519" y="0"/>
                    <a:pt x="4454525" y="0"/>
                  </a:cubicBezTo>
                  <a:cubicBezTo>
                    <a:pt x="5055362" y="0"/>
                    <a:pt x="5638419" y="117729"/>
                    <a:pt x="6187440" y="350012"/>
                  </a:cubicBezTo>
                  <a:cubicBezTo>
                    <a:pt x="6717792" y="574294"/>
                    <a:pt x="7194296" y="895477"/>
                    <a:pt x="7603490" y="1304544"/>
                  </a:cubicBezTo>
                  <a:cubicBezTo>
                    <a:pt x="8445373" y="2146046"/>
                    <a:pt x="8909050" y="3264789"/>
                    <a:pt x="8909050" y="4454652"/>
                  </a:cubicBezTo>
                  <a:cubicBezTo>
                    <a:pt x="8909050" y="5644769"/>
                    <a:pt x="8445246" y="6763766"/>
                    <a:pt x="7602982" y="7605268"/>
                  </a:cubicBezTo>
                  <a:cubicBezTo>
                    <a:pt x="7193789" y="8014208"/>
                    <a:pt x="6717285" y="8335138"/>
                    <a:pt x="6186932" y="8559419"/>
                  </a:cubicBezTo>
                  <a:cubicBezTo>
                    <a:pt x="5637911" y="8791321"/>
                    <a:pt x="5055108" y="8909050"/>
                    <a:pt x="4454525" y="8909050"/>
                  </a:cubicBezTo>
                  <a:close/>
                  <a:moveTo>
                    <a:pt x="4454525" y="19050"/>
                  </a:moveTo>
                  <a:cubicBezTo>
                    <a:pt x="3268599" y="19050"/>
                    <a:pt x="2154047" y="481330"/>
                    <a:pt x="1316228" y="1320800"/>
                  </a:cubicBezTo>
                  <a:cubicBezTo>
                    <a:pt x="909447" y="1728343"/>
                    <a:pt x="590042" y="2202815"/>
                    <a:pt x="366903" y="2731008"/>
                  </a:cubicBezTo>
                  <a:cubicBezTo>
                    <a:pt x="136017" y="3277362"/>
                    <a:pt x="19050" y="3857244"/>
                    <a:pt x="19050" y="4454525"/>
                  </a:cubicBezTo>
                  <a:cubicBezTo>
                    <a:pt x="19050" y="5052949"/>
                    <a:pt x="136271" y="5633593"/>
                    <a:pt x="367538" y="6180328"/>
                  </a:cubicBezTo>
                  <a:cubicBezTo>
                    <a:pt x="590931" y="6708522"/>
                    <a:pt x="910717" y="7182866"/>
                    <a:pt x="1318006" y="7590282"/>
                  </a:cubicBezTo>
                  <a:cubicBezTo>
                    <a:pt x="2155825" y="8428355"/>
                    <a:pt x="3269742" y="8890000"/>
                    <a:pt x="4454525" y="8890000"/>
                  </a:cubicBezTo>
                  <a:cubicBezTo>
                    <a:pt x="5052568" y="8890000"/>
                    <a:pt x="5632958" y="8772779"/>
                    <a:pt x="6179439" y="8541766"/>
                  </a:cubicBezTo>
                  <a:cubicBezTo>
                    <a:pt x="6707632" y="8318500"/>
                    <a:pt x="7181977" y="7998841"/>
                    <a:pt x="7589520" y="7591679"/>
                  </a:cubicBezTo>
                  <a:cubicBezTo>
                    <a:pt x="8428101" y="6753733"/>
                    <a:pt x="8890000" y="5639562"/>
                    <a:pt x="8890000" y="4454525"/>
                  </a:cubicBezTo>
                  <a:cubicBezTo>
                    <a:pt x="8890000" y="3269742"/>
                    <a:pt x="8428355" y="2155825"/>
                    <a:pt x="7590028" y="1317879"/>
                  </a:cubicBezTo>
                  <a:cubicBezTo>
                    <a:pt x="7182612" y="910590"/>
                    <a:pt x="6708140" y="590931"/>
                    <a:pt x="6180074" y="367538"/>
                  </a:cubicBezTo>
                  <a:cubicBezTo>
                    <a:pt x="5633339" y="136271"/>
                    <a:pt x="5052822" y="19050"/>
                    <a:pt x="4454525" y="19050"/>
                  </a:cubicBezTo>
                  <a:close/>
                  <a:moveTo>
                    <a:pt x="4454525" y="8648065"/>
                  </a:moveTo>
                  <a:cubicBezTo>
                    <a:pt x="3334385" y="8648065"/>
                    <a:pt x="2281301" y="8211693"/>
                    <a:pt x="1489075" y="7419213"/>
                  </a:cubicBezTo>
                  <a:cubicBezTo>
                    <a:pt x="697103" y="6626987"/>
                    <a:pt x="260985" y="5574157"/>
                    <a:pt x="260985" y="4454525"/>
                  </a:cubicBezTo>
                  <a:cubicBezTo>
                    <a:pt x="260985" y="3889756"/>
                    <a:pt x="371602" y="3341497"/>
                    <a:pt x="589788" y="2824988"/>
                  </a:cubicBezTo>
                  <a:cubicBezTo>
                    <a:pt x="800735" y="2325624"/>
                    <a:pt x="1102741" y="1877060"/>
                    <a:pt x="1487297" y="1491742"/>
                  </a:cubicBezTo>
                  <a:cubicBezTo>
                    <a:pt x="2279396" y="698119"/>
                    <a:pt x="3333242" y="260985"/>
                    <a:pt x="4454398" y="260985"/>
                  </a:cubicBezTo>
                  <a:cubicBezTo>
                    <a:pt x="5573776" y="260985"/>
                    <a:pt x="6626606" y="697103"/>
                    <a:pt x="7418832" y="1488948"/>
                  </a:cubicBezTo>
                  <a:cubicBezTo>
                    <a:pt x="8211438" y="2281174"/>
                    <a:pt x="8647937" y="3334385"/>
                    <a:pt x="8647937" y="4454398"/>
                  </a:cubicBezTo>
                  <a:cubicBezTo>
                    <a:pt x="8647937" y="5574792"/>
                    <a:pt x="8211311" y="6628130"/>
                    <a:pt x="7418450" y="7420356"/>
                  </a:cubicBezTo>
                  <a:cubicBezTo>
                    <a:pt x="6626225" y="8212074"/>
                    <a:pt x="5573522" y="8648065"/>
                    <a:pt x="4454525" y="8648065"/>
                  </a:cubicBezTo>
                  <a:close/>
                  <a:moveTo>
                    <a:pt x="4454525" y="280035"/>
                  </a:moveTo>
                  <a:cubicBezTo>
                    <a:pt x="3338449" y="280035"/>
                    <a:pt x="2289429" y="715137"/>
                    <a:pt x="1500886" y="1505204"/>
                  </a:cubicBezTo>
                  <a:cubicBezTo>
                    <a:pt x="713613" y="2294001"/>
                    <a:pt x="280035" y="3341370"/>
                    <a:pt x="280035" y="4454525"/>
                  </a:cubicBezTo>
                  <a:cubicBezTo>
                    <a:pt x="280035" y="5569077"/>
                    <a:pt x="714248" y="6617081"/>
                    <a:pt x="1502537" y="7405751"/>
                  </a:cubicBezTo>
                  <a:cubicBezTo>
                    <a:pt x="2291080" y="8194548"/>
                    <a:pt x="3339465" y="8629015"/>
                    <a:pt x="4454525" y="8629015"/>
                  </a:cubicBezTo>
                  <a:cubicBezTo>
                    <a:pt x="5568442" y="8629015"/>
                    <a:pt x="6616319" y="8195056"/>
                    <a:pt x="7405116" y="7407021"/>
                  </a:cubicBezTo>
                  <a:cubicBezTo>
                    <a:pt x="8194422" y="6618477"/>
                    <a:pt x="8629015" y="5569839"/>
                    <a:pt x="8629015" y="4454525"/>
                  </a:cubicBezTo>
                  <a:cubicBezTo>
                    <a:pt x="8629015" y="3339465"/>
                    <a:pt x="8194548" y="2291080"/>
                    <a:pt x="7405497" y="1502537"/>
                  </a:cubicBezTo>
                  <a:cubicBezTo>
                    <a:pt x="6616827" y="714121"/>
                    <a:pt x="5568823" y="280035"/>
                    <a:pt x="4454525" y="280035"/>
                  </a:cubicBezTo>
                  <a:close/>
                </a:path>
              </a:pathLst>
            </a:custGeom>
            <a:solidFill>
              <a:srgbClr val="373B48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59" y="0"/>
            <a:ext cx="18278283" cy="10287000"/>
          </a:xfrm>
          <a:custGeom>
            <a:avLst/>
            <a:gdLst/>
            <a:ahLst/>
            <a:cxnLst/>
            <a:rect r="r" b="b" t="t" l="l"/>
            <a:pathLst>
              <a:path h="10287000" w="18278283">
                <a:moveTo>
                  <a:pt x="0" y="0"/>
                </a:moveTo>
                <a:lnTo>
                  <a:pt x="18278282" y="0"/>
                </a:lnTo>
                <a:lnTo>
                  <a:pt x="182782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59" y="0"/>
            <a:ext cx="18278283" cy="10287000"/>
          </a:xfrm>
          <a:custGeom>
            <a:avLst/>
            <a:gdLst/>
            <a:ahLst/>
            <a:cxnLst/>
            <a:rect r="r" b="b" t="t" l="l"/>
            <a:pathLst>
              <a:path h="10287000" w="18278283">
                <a:moveTo>
                  <a:pt x="0" y="0"/>
                </a:moveTo>
                <a:lnTo>
                  <a:pt x="18278282" y="0"/>
                </a:lnTo>
                <a:lnTo>
                  <a:pt x="182782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0" t="0" r="-6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0" t="0" r="-6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0" t="0" r="-6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0" t="0" r="-6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453279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0" t="0" r="-6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678608" y="2900942"/>
            <a:ext cx="930784" cy="868840"/>
            <a:chOff x="0" y="0"/>
            <a:chExt cx="245145" cy="2288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5145" cy="228830"/>
            </a:xfrm>
            <a:custGeom>
              <a:avLst/>
              <a:gdLst/>
              <a:ahLst/>
              <a:cxnLst/>
              <a:rect r="r" b="b" t="t" l="l"/>
              <a:pathLst>
                <a:path h="228830" w="245145">
                  <a:moveTo>
                    <a:pt x="0" y="0"/>
                  </a:moveTo>
                  <a:lnTo>
                    <a:pt x="245145" y="0"/>
                  </a:lnTo>
                  <a:lnTo>
                    <a:pt x="245145" y="228830"/>
                  </a:lnTo>
                  <a:lnTo>
                    <a:pt x="0" y="2288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5145" cy="266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>
            <a:off x="7245778" y="4539958"/>
            <a:ext cx="6551893" cy="455462"/>
          </a:xfrm>
          <a:custGeom>
            <a:avLst/>
            <a:gdLst/>
            <a:ahLst/>
            <a:cxnLst/>
            <a:rect r="r" b="b" t="t" l="l"/>
            <a:pathLst>
              <a:path h="455462" w="6551893">
                <a:moveTo>
                  <a:pt x="0" y="19050"/>
                </a:moveTo>
                <a:quadBezTo>
                  <a:pt x="3418096" y="901297"/>
                  <a:pt x="6551893" y="0"/>
                </a:quadBez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7472429" y="4542126"/>
            <a:ext cx="146331" cy="286282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7623001" y="4561176"/>
            <a:ext cx="146331" cy="286282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13689142" y="4299485"/>
            <a:ext cx="104165" cy="238568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13689142" y="4451885"/>
            <a:ext cx="256565" cy="109291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>
            <a:off x="4525082" y="4299485"/>
            <a:ext cx="7015211" cy="1138186"/>
          </a:xfrm>
          <a:custGeom>
            <a:avLst/>
            <a:gdLst/>
            <a:ahLst/>
            <a:cxnLst/>
            <a:rect r="r" b="b" t="t" l="l"/>
            <a:pathLst>
              <a:path h="1138186" w="7015211">
                <a:moveTo>
                  <a:pt x="0" y="0"/>
                </a:moveTo>
                <a:lnTo>
                  <a:pt x="369981" y="0"/>
                </a:lnTo>
                <a:cubicBezTo>
                  <a:pt x="430610" y="0"/>
                  <a:pt x="488755" y="24084"/>
                  <a:pt x="531626" y="66955"/>
                </a:cubicBezTo>
                <a:cubicBezTo>
                  <a:pt x="574497" y="109826"/>
                  <a:pt x="598581" y="167971"/>
                  <a:pt x="598581" y="228600"/>
                </a:cubicBezTo>
                <a:lnTo>
                  <a:pt x="598581" y="909586"/>
                </a:lnTo>
                <a:cubicBezTo>
                  <a:pt x="598581" y="970214"/>
                  <a:pt x="622666" y="1028360"/>
                  <a:pt x="665536" y="1071231"/>
                </a:cubicBezTo>
                <a:cubicBezTo>
                  <a:pt x="708407" y="1114101"/>
                  <a:pt x="766553" y="1138186"/>
                  <a:pt x="827181" y="1138186"/>
                </a:cubicBezTo>
                <a:lnTo>
                  <a:pt x="6786610" y="1138186"/>
                </a:lnTo>
                <a:cubicBezTo>
                  <a:pt x="6912862" y="1138186"/>
                  <a:pt x="7015210" y="1035838"/>
                  <a:pt x="7015210" y="909586"/>
                </a:cubicBezTo>
                <a:lnTo>
                  <a:pt x="7015210" y="259524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1115379" y="4809358"/>
            <a:ext cx="84982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1115379" y="5124450"/>
            <a:ext cx="84982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4819253" y="3963202"/>
            <a:ext cx="0" cy="6725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5135081" y="3963202"/>
            <a:ext cx="0" cy="6725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0" t="0" r="-6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0" t="0" r="-6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6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0" t="0" r="-6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DAHFvnKmdWQ</dc:identifier>
  <dcterms:modified xsi:type="dcterms:W3CDTF">2011-08-01T06:04:30Z</dcterms:modified>
  <cp:revision>1</cp:revision>
  <dc:title>capstone</dc:title>
</cp:coreProperties>
</file>